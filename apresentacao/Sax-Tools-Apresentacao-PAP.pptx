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 tarde/bom dia. Chamo-me Caio e vou apresentar o meu projeto de PAP: o Sax Tools, uma plataforma web completa de apoio ao estudo e à prática do saxofone. Tenho cerca de 15 a 20 minutos, por isso vou ser direto e mostrar o site em funcionamento ao longo da apresentação.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Vou começar por explicar o problema que motivou o projeto e os objetivos, depois mostro rapidamente a arquitetura técnica, e a maior parte do tempo vai ser para mostrar a plataforma a funcionar de verdade. No fim falo dos testes, das dificuldades reais que tive, e termino com as conclusões.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estuda saxofone fora de um conservatório sente isto na pele: os recursos estão todos espalhados. A minha hipótese de valor foi: se eu centralizar tudo — ferramentas, conteúdo catalogado, e progresso visível — isso aumenta a frequência e a qualidade da prática, tal como já acontece com apps de línguas ou de exercício físico.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Estes foram os objetivos que defini logo no início. Importante: não foram só "fazer um site bonito" — defini critérios de sucesso concretos e mensuráveis, como zero erros de hidratação em produção, e RLS a proteger corretamente as rotas privadas. Vou mostrar já a seguir que cumpri isto tudo.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Tudo isto é tecnologia moderna e real, não simulada. O Web Audio API é o que permite ao afinador ouvir o microfone em tempo real e ao metrónomo gerar som sem ficheiros de áudio. O Supabase trata da base de dados, autenticação e armazenamento de ficheiros, tudo com Row Level Security — vou explicar isso a seguir.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decisão mais importante foi usar Server Components sempre que possível — as páginas de conteúdo são renderizadas no servidor, mais rápidas e melhores para SEO. Só as ferramentas (que precisam de microfone, áudio, etc.) são Client Components. E a segurança não está só no código: está na própria base de dados, com RLS — mesmo que alguém tente contornar o site, a base de dados recusa o acesso não autorizado.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tentei construir tudo de uma vez. Trabalhei módulo a módulo, sempre com cada fase a terminar num estado funcional, o que me permitiu validar decisões de arquitetura cedo e corrigir problemas antes de se acumularem. As mensagens privadas, por exemplo, nem estavam previstas no plano inicial — percebi que faziam falta a meio do projeto e acrescentei.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base de tudo: 8 ferramentas que funcionam inteiramente no navegador, sem precisar de criar conta. [DEMO: mostrar o afinador a detetar uma nota, ou o gerador de arpejos a tocar].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Estes são os 6 módulos de conteúdo — todo o catálogo é real, sem dados estáticos. Os exercícios têm áudio de referência sintetizado por mim e partituras reais em PDF, geradas com notação musical real (VexFlow), não apenas texto. [DEMO: abrir um exercício e mostrar o áudio e o PDF a funcionar].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além do conteúdo, construí um sistema de utilizadores completo, não só um login simbólico. [DEMO: mostrar o dashboard, favoritar algo, marcar um exercício como concluído e ver a barra a atualizar, e abrir a conversa de mensagens].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o conteúdo que mostrei foi publicado através deste painel, sem eu precisar de editar código ou a base de dados diretamente. [DEMO: mostrar a visão geral do admin e talvez editar um item ao vivo].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paro os slides e mostro o site ao vivo: ferramentas, um módulo de conteúdo, o dashboard e o admin. Reservar uns 5 a 7 minutos para isto.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testei só manualmente — escrevi scripts automatizados que correm o fluxo todo. Dois bugs interessantes só apareciam no site publicado, não em minha casa: o Treino Auditivo usava Math.random() antes da primeira interação, e o Círculo das Quintas tinha coordenadas trigonométricas com casas decimais que o navegador arredondava de forma diferente entre servidor e cliente. Foi uma boa lição sobre como o React funciona por dentro.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Isto surpreendeu-me genuinamente: pensava que a parte técnica ia ser a mais difícil, mas garantir que só publicava conteúdo de domínio público comprovado — e não apenas "parece antigo" — deu mais trabalho do que esperava. Prefiro ter menos conteúdo do que arriscar direitos de autor.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terminar: este projeto deu-me a oportunidade de aplicar, de ponta a ponta, tudo o que aprendi no curso, num produto real e publicado, usado por pessoas reais. Fica também registado o que falta — nenhum projeto está "100% acabado", e tenho uma ideia clara dos próximos passos.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Obrigado pela atenção. Fico disponível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4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3" name="Shape 1"/>
          <p:cNvSpPr/>
          <p:nvPr/>
        </p:nvSpPr>
        <p:spPr>
          <a:xfrm>
            <a:off x="3886200" y="640080"/>
            <a:ext cx="1371600" cy="1371600"/>
          </a:xfrm>
          <a:prstGeom prst="ellipse">
            <a:avLst/>
          </a:prstGeom>
          <a:solidFill>
            <a:srgbClr val="FFFBF5"/>
          </a:solidFill>
          <a:ln/>
        </p:spPr>
      </p:sp>
      <p:pic>
        <p:nvPicPr>
          <p:cNvPr id="4" name="Image 0" descr=".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9144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196596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SAX TOOLS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0" y="2651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"Aprende, toca e evolui no sax"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200400" y="3246120"/>
            <a:ext cx="274320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34290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de Aptidão Profissional · Curso de Informática 12.º F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0" y="3794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Caio Fábio Sousa dos Santos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0" y="41605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Orientador: Prof. Paulo Figueira  ·  Colégio de S. Miguel  ·  2025/2026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vou apresentar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25400">
            <a:solidFill>
              <a:srgbClr val="8B45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6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Contexto e problema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6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Objetivos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6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Tecnologias e arquitetura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6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Metodologia e fases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663440" y="141732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6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Módulos da plataforma (demo)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6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Sistema de utilizadores e admin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6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Testes e dificuldades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6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Conclusões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Sax Tools — Prova de Aptidão Profissional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 JUSTIFICATIVA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problema: recursos dispersos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25400">
            <a:solidFill>
              <a:srgbClr val="8B45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metrónomo está numa app, os exercícios noutra, os play alongs espalhados pelo YouTube.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Partituras de domínio público escondidas em bibliotecas como o IMSLP, difíceis de procurar.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clássicos (Klosé, Mayeur, de Ville...) raramente digitalizados e catalogados por nível.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um ponto de entrada único, o estudante perde tempo a procurar material em vez de o usar para praticar.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Sax Tools — Prova de Aptidão Profissional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me propus construir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25400">
            <a:solidFill>
              <a:srgbClr val="8B45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900"/>
              </a:spcAft>
              <a:buSzPct val="100000"/>
              <a:buChar char="▪"/>
            </a:pPr>
            <a:r>
              <a:rPr lang="en-US" sz="14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responsiva, segura e escalável, com contas de utilizador.</a:t>
            </a:r>
            <a:endParaRPr lang="en-US" sz="1450" dirty="0"/>
          </a:p>
          <a:p>
            <a:pPr marL="228600" indent="-228600">
              <a:spcAft>
                <a:spcPts val="900"/>
              </a:spcAft>
              <a:buSzPct val="100000"/>
              <a:buChar char="▪"/>
            </a:pPr>
            <a:r>
              <a:rPr lang="en-US" sz="14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ferramentas musicais interativas com áudio real no navegador.</a:t>
            </a:r>
            <a:endParaRPr lang="en-US" sz="1450" dirty="0"/>
          </a:p>
          <a:p>
            <a:pPr marL="228600" indent="-228600">
              <a:spcAft>
                <a:spcPts val="900"/>
              </a:spcAft>
              <a:buSzPct val="100000"/>
              <a:buChar char="▪"/>
            </a:pPr>
            <a:r>
              <a:rPr lang="en-US" sz="14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módulos de conteúdo pedagógico, pesquisáveis e filtráveis.</a:t>
            </a:r>
            <a:endParaRPr lang="en-US" sz="1450" dirty="0"/>
          </a:p>
          <a:p>
            <a:pPr marL="228600" indent="-228600">
              <a:spcAft>
                <a:spcPts val="900"/>
              </a:spcAft>
              <a:buSzPct val="100000"/>
              <a:buChar char="▪"/>
            </a:pPr>
            <a:r>
              <a:rPr lang="en-US" sz="14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real, favoritos, histórico e progresso com gamificação.</a:t>
            </a:r>
            <a:endParaRPr lang="en-US" sz="1450" dirty="0"/>
          </a:p>
          <a:p>
            <a:pPr marL="228600" indent="-228600">
              <a:spcAft>
                <a:spcPts val="900"/>
              </a:spcAft>
              <a:buSzPct val="100000"/>
              <a:buChar char="▪"/>
            </a:pPr>
            <a:r>
              <a:rPr lang="en-US" sz="14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administração completo — sem precisar de mexer em código.</a:t>
            </a:r>
            <a:endParaRPr lang="en-US" sz="1450" dirty="0"/>
          </a:p>
          <a:p>
            <a:pPr marL="228600" indent="-228600">
              <a:spcAft>
                <a:spcPts val="900"/>
              </a:spcAft>
              <a:buSzPct val="100000"/>
              <a:buChar char="▪"/>
            </a:pPr>
            <a:r>
              <a:rPr lang="en-US" sz="14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privadas em tempo real e implantação pública em produção.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Sax Tools — Prova de Aptidão Profissional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 E RECURSOS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 técnica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25400">
            <a:solidFill>
              <a:srgbClr val="8B4513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3108960"/>
        </p:xfrm>
        <a:graphic>
          <a:graphicData uri="http://schemas.openxmlformats.org/drawingml/2006/table">
            <a:tbl>
              <a:tblPr/>
              <a:tblGrid>
                <a:gridCol w="2103120"/>
                <a:gridCol w="6126480"/>
              </a:tblGrid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45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4513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 16 (App Router) · React 18 · TypeScript · Tailwind CSS · shadcn/ui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Áudio em tempo real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Audio API nativa (afinador, metrónomo, reprodução de notas)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e dados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Supabase: PostgreSQL (20+ tabelas), Auth, Storage, Realtime, RLS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Playwright (testes end-to-end automatizados, incl. produção)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Implantação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Vercel, integração contínua a partir do Git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Sax Tools — Prova de Aptidão Profissional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TÉCNICA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tudo se liga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25400">
            <a:solidFill>
              <a:srgbClr val="8B45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no servidor (Vercel) — Server Components para conteúdo, Client Components só onde há interatividade/áudio.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dados Postgres no Supabase, com mais de 20 tabelas e 11 enums.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Level Security (RLS): cada tabela tem políticas próprias — conteúdo público é só leitura, escrita exige role de admin, dados pessoais só o próprio utilizador acede.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SECURITY DEFINER para operações administrativas controladas (ex: listar utilizadores).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Sax Tools — Prova de Aptidão Profissional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DE DESENVOLVIMENTO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 incremental, por fases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25400">
            <a:solidFill>
              <a:srgbClr val="8B45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fase terminava num estado funcional e testável antes de avançar para a seguinte.</a:t>
            </a:r>
            <a:endParaRPr lang="en-US" sz="14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0-1: Fundação + 8 Ferramentas  →  Fase 2-6: os 6 módulos de conteúdo</a:t>
            </a:r>
            <a:endParaRPr lang="en-US" sz="14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7-9: Utilizadores, Favoritos, Histórico, Progresso/Gamificação, Dashboard</a:t>
            </a:r>
            <a:endParaRPr lang="en-US" sz="14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10: Painel de Admin completo  →  Mensagens privadas (adicionado depois, fora do âmbito inicial)</a:t>
            </a:r>
            <a:endParaRPr lang="en-US" sz="14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13 fases concluídas e implantadas em produção.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Sax Tools — Prova de Aptidão Profissional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Interativas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25400">
            <a:solidFill>
              <a:srgbClr val="8B4513"/>
            </a:solidFill>
            <a:prstDash val="solid"/>
          </a:ln>
        </p:spPr>
      </p:sp>
      <p:pic>
        <p:nvPicPr>
          <p:cNvPr id="5" name="Image 0" descr="./assets/ferramenta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60520" y="1371600"/>
            <a:ext cx="4526280" cy="2834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4173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Afinador Cromático — deteção de frequência pelo microfone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Metrónomo Pro — BPM, subdivisões, acentuação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Escalas Interativas, Círculo das Quintas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Gerador de Progressões e de Arpejos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Dedilhados (alto/tenor/soprano)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Auditivo (notas, acordes, escalas)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Sax Tools — Prova de Aptidão Profissional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2 A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pedagógico catalogado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25400">
            <a:solidFill>
              <a:srgbClr val="8B4513"/>
            </a:solidFill>
            <a:prstDash val="solid"/>
          </a:ln>
        </p:spPr>
      </p:sp>
      <p:pic>
        <p:nvPicPr>
          <p:cNvPr id="5" name="Image 0" descr="./assets/teori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17720" y="1371600"/>
            <a:ext cx="4069080" cy="2880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4173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011680" y="1417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artigos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92938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011680" y="192938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métodos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244144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011680" y="244144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exercícios, c/ áudio e PDF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295351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Along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011680" y="29535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faixas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3465576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Partituras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011680" y="346557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partituras, c/ PDF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38862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4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pesquisáveis e filtráveis por categoria e nível, com dados reais da base de dados.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Sax Tools — Prova de Aptidão Profissional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UTILIZADORES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Conta, progresso e gamificação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25400">
            <a:solidFill>
              <a:srgbClr val="8B45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5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real via Supabase Auth (registo, sessão, confirmação por e-mail).</a:t>
            </a:r>
            <a:endParaRPr lang="en-US" sz="15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5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pessoal: Perfil, Favoritos, Histórico, Progresso e Mensagens.</a:t>
            </a:r>
            <a:endParaRPr lang="en-US" sz="15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5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Progresso: sequência de dias de estudo, barras de conclusão por módulo.</a:t>
            </a:r>
            <a:endParaRPr lang="en-US" sz="15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5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privadas em tempo real — com a equipa ou entre utilizadores.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Sax Tools — Prova de Aptidão Profissional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ADMINISTRAÇÃO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conteúdo sem tocar em código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25400">
            <a:solidFill>
              <a:srgbClr val="8B45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5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 para as 5 entidades de conteúdo (Teoria, Métodos, Exercícios, Playbacks, Partituras).</a:t>
            </a:r>
            <a:endParaRPr lang="en-US" sz="15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5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utilizadores, incluindo atribuição de role de administrador.</a:t>
            </a:r>
            <a:endParaRPr lang="en-US" sz="15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5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com estatísticas: total de conteúdo, conteúdo mais favoritado, registos recentes.</a:t>
            </a:r>
            <a:endParaRPr lang="en-US" sz="15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5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 qualquer alteração é visível de imediato no site público.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Sax Tools — Prova de Aptidão Profissional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B8A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AO VIVO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0" y="2788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saxtools.pt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 TESTES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automatizada end-to-end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25400">
            <a:solidFill>
              <a:srgbClr val="8B45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scripts Playwright: registo/login, favoritos, progresso, CRUD do admin, e produção pública.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Utilizadores de teste criados e eliminados automaticamente — nunca deixam dados lixo.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bugs reais só apareciam em produção (erros de hidratação do React) — encontrados e corrigidos.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as correções: aplicação testada de ponta a ponta com zero erros de servidor.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Sax Tools — Prova de Aptidão Profissional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DIFICULDADES E APRENDIZAGENS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mais me desafiou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25400">
            <a:solidFill>
              <a:srgbClr val="8B45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5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catalogação de conteúdo de domínio público foi a parte mais exigente do projeto.</a:t>
            </a:r>
            <a:endParaRPr lang="en-US" sz="15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5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cuidadosa de datas de morte de autores e de licenças específicas por obra.</a:t>
            </a:r>
            <a:endParaRPr lang="en-US" sz="15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5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vários casos, recusei deliberadamente conteúdo desejável mas legalmente incerto.</a:t>
            </a:r>
            <a:endParaRPr lang="en-US" sz="15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5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disciplina foi mantida do início ao fim — uma das decisões mais importantes do projeto.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Sax Tools — Prova de Aptidão Profissional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este projeto representa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25400">
            <a:solidFill>
              <a:srgbClr val="8B45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4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real de desenvolvimento full-stack moderno: React/Next.js, áudio em tempo real, base de dados relacional, segurança e implantação contínua.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4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migração de um protótipo estático para uma arquitetura real com base de dados foi decisiva — sem ela, nenhuma funcionalidade de utilizador seria possível.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4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futuro: interface de upload de ficheiros no admin, e conclusão das trilhas de aprendizagem curadas.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Sax Tools — Prova de Aptidão Profissional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8B4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86200" y="777240"/>
            <a:ext cx="1371600" cy="1371600"/>
          </a:xfrm>
          <a:prstGeom prst="ellipse">
            <a:avLst/>
          </a:prstGeom>
          <a:solidFill>
            <a:srgbClr val="FFFBF5"/>
          </a:solidFill>
          <a:ln/>
        </p:spPr>
      </p:sp>
      <p:pic>
        <p:nvPicPr>
          <p:cNvPr id="3" name="Image 0" descr=".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05156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3317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0" y="3017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Sax Tools — Apresentação PAP</dc:title>
  <dc:subject>PptxGenJS Presentation</dc:subject>
  <dc:creator>Caio Fábio Sousa dos Santos</dc:creator>
  <cp:lastModifiedBy>Caio Fábio Sousa dos Santos</cp:lastModifiedBy>
  <cp:revision>1</cp:revision>
  <dcterms:created xsi:type="dcterms:W3CDTF">2026-06-30T04:13:54Z</dcterms:created>
  <dcterms:modified xsi:type="dcterms:W3CDTF">2026-06-30T04:13:54Z</dcterms:modified>
</cp:coreProperties>
</file>